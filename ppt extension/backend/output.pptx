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0861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13716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www.boffi.com/en/collection/italian-luxury-bathrooms/bathroom-accessories/blade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00800"/>
            <a:ext cx="3657600" cy="4572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© 2025 Altossa Projects LLP.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9681882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13716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Sofa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www.ditreitalia.com/en/products/sofas/cali-2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00800"/>
            <a:ext cx="3657600" cy="4572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© 2025 Altossa Projects LLP.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